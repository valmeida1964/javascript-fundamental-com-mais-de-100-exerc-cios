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A30"/>
    <a:srgbClr val="5A7F9C"/>
    <a:srgbClr val="314555"/>
    <a:srgbClr val="E337D9"/>
    <a:srgbClr val="ABBFCE"/>
    <a:srgbClr val="587A94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2889885"/>
            <a:ext cx="1080000" cy="108000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3539490" y="2889885"/>
            <a:ext cx="54000" cy="1080135"/>
          </a:xfrm>
          <a:prstGeom prst="rect">
            <a:avLst/>
          </a:prstGeom>
          <a:solidFill>
            <a:srgbClr val="587A9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/>
          </a:p>
        </p:txBody>
      </p:sp>
      <p:sp>
        <p:nvSpPr>
          <p:cNvPr id="8" name="Caixa de Texto 7"/>
          <p:cNvSpPr txBox="1"/>
          <p:nvPr/>
        </p:nvSpPr>
        <p:spPr>
          <a:xfrm>
            <a:off x="3717290" y="2889885"/>
            <a:ext cx="7160260" cy="1079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</a:pPr>
            <a:r>
              <a:rPr lang="pt-PT" altLang="en-US" sz="3600" b="1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</a:rPr>
              <a:t>Recursos do curso</a:t>
            </a:r>
            <a:endParaRPr lang="pt-PT" altLang="en-US" sz="3600" b="1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5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Caixa de Texto 14"/>
          <p:cNvSpPr txBox="1"/>
          <p:nvPr/>
        </p:nvSpPr>
        <p:spPr>
          <a:xfrm>
            <a:off x="545465" y="2430145"/>
            <a:ext cx="102984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ü"/>
            </a:pPr>
            <a:r>
              <a:rPr lang="pt-PT" altLang="en-US" sz="28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Alguns recursos são projetos com GIT local</a:t>
            </a:r>
            <a:endParaRPr lang="pt-PT" altLang="en-US" sz="2800">
              <a:solidFill>
                <a:srgbClr val="FFFF0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16" name="Caixa de Texto 15"/>
          <p:cNvSpPr txBox="1"/>
          <p:nvPr/>
        </p:nvSpPr>
        <p:spPr>
          <a:xfrm>
            <a:off x="545465" y="3408680"/>
            <a:ext cx="102984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ü"/>
            </a:pPr>
            <a:r>
              <a:rPr lang="pt-PT" altLang="en-US" sz="28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Qualquer questão relacionada com o curso será bem-vinda</a:t>
            </a:r>
            <a:endParaRPr lang="pt-PT" altLang="en-US" sz="2800">
              <a:solidFill>
                <a:schemeClr val="bg1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17" name="Caixa de Texto 16"/>
          <p:cNvSpPr txBox="1"/>
          <p:nvPr/>
        </p:nvSpPr>
        <p:spPr>
          <a:xfrm>
            <a:off x="545465" y="4387215"/>
            <a:ext cx="102984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ü"/>
            </a:pPr>
            <a:r>
              <a:rPr lang="pt-PT" altLang="en-US" sz="28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Dúvidas sobre outros conteúdos também serão respondidos</a:t>
            </a:r>
            <a:endParaRPr lang="pt-PT" altLang="en-US" sz="2800">
              <a:solidFill>
                <a:schemeClr val="bg1">
                  <a:lumMod val="50000"/>
                </a:schemeClr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7" name="Caixa de Texto 6"/>
          <p:cNvSpPr txBox="1"/>
          <p:nvPr/>
        </p:nvSpPr>
        <p:spPr>
          <a:xfrm>
            <a:off x="545465" y="1451610"/>
            <a:ext cx="108673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ü"/>
            </a:pPr>
            <a:r>
              <a:rPr lang="pt-PT" altLang="en-US" sz="2800">
                <a:solidFill>
                  <a:schemeClr val="bg1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Todo o código e exercícios estão disponíveis nos recursos do curso</a:t>
            </a:r>
            <a:endParaRPr lang="pt-PT" altLang="en-US" sz="2800">
              <a:solidFill>
                <a:srgbClr val="FFFF0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  <p:sp>
        <p:nvSpPr>
          <p:cNvPr id="2" name="Caixa de Texto 1"/>
          <p:cNvSpPr txBox="1"/>
          <p:nvPr/>
        </p:nvSpPr>
        <p:spPr>
          <a:xfrm>
            <a:off x="545465" y="546735"/>
            <a:ext cx="7160260" cy="5384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</a:pPr>
            <a:r>
              <a:rPr lang="pt-PT" altLang="en-US" sz="36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</a:rPr>
              <a:t>Recursos do curso</a:t>
            </a:r>
            <a:endParaRPr lang="pt-PT" altLang="en-US" sz="3600" b="1">
              <a:solidFill>
                <a:srgbClr val="FDEA30"/>
              </a:solidFill>
              <a:latin typeface="Titillium Web" panose="00000500000000000000" charset="0"/>
              <a:cs typeface="Titillium Web" panose="00000500000000000000" charset="0"/>
            </a:endParaRPr>
          </a:p>
        </p:txBody>
      </p:sp>
      <p:sp>
        <p:nvSpPr>
          <p:cNvPr id="3" name="Caixa de Texto 2"/>
          <p:cNvSpPr txBox="1"/>
          <p:nvPr/>
        </p:nvSpPr>
        <p:spPr>
          <a:xfrm>
            <a:off x="545465" y="5365750"/>
            <a:ext cx="112420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pt-PT" altLang="en-US" sz="2800" b="1">
                <a:solidFill>
                  <a:srgbClr val="FDEA30"/>
                </a:solidFill>
                <a:latin typeface="Titillium Web" panose="00000500000000000000" charset="0"/>
                <a:cs typeface="Titillium Web" panose="00000500000000000000" charset="0"/>
                <a:sym typeface="+mn-ea"/>
              </a:rPr>
              <a:t>Vamos preparar o nosso ambiente de trabalho!</a:t>
            </a:r>
            <a:endParaRPr lang="pt-PT" altLang="en-US" sz="2800" b="1">
              <a:solidFill>
                <a:srgbClr val="FDEA30"/>
              </a:solidFill>
              <a:latin typeface="Titillium Web" panose="00000500000000000000" charset="0"/>
              <a:cs typeface="Titillium Web" panose="00000500000000000000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7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</Words>
  <Application>WPS Presentation</Application>
  <PresentationFormat>宽屏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BaseOne</vt:lpstr>
      <vt:lpstr>Titillium Web</vt:lpstr>
      <vt:lpstr>Rajdhani</vt:lpstr>
      <vt:lpstr>Calibri</vt:lpstr>
      <vt:lpstr>Rajdhani SemiBold</vt:lpstr>
      <vt:lpstr>Microsoft YaHei</vt:lpstr>
      <vt:lpstr>Arial Unicode MS</vt:lpstr>
      <vt:lpstr>Wingdings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jldri</dc:creator>
  <cp:lastModifiedBy>João Ribeiro</cp:lastModifiedBy>
  <cp:revision>10</cp:revision>
  <dcterms:created xsi:type="dcterms:W3CDTF">2025-04-05T17:54:00Z</dcterms:created>
  <dcterms:modified xsi:type="dcterms:W3CDTF">2025-04-08T21:55:24Z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2070-12.2.0.20782</vt:lpwstr>
  </property>
  <property fmtid="{D5CDD505-2E9C-101B-9397-08002B2CF9AE}" pid="3" name="ICV">
    <vt:lpwstr>071F660ECED845A384214D64F9CDAD91_13</vt:lpwstr>
  </property>
</Properties>
</file>