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9" r:id="rId5"/>
    <p:sldId id="260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30"/>
    <a:srgbClr val="5A7F9C"/>
    <a:srgbClr val="314555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2889885"/>
            <a:ext cx="1080000" cy="10800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39490" y="2889885"/>
            <a:ext cx="54000" cy="108013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3717290" y="2889885"/>
            <a:ext cx="7160260" cy="1079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</a:rPr>
              <a:t>Módulos em JavaScript</a:t>
            </a:r>
            <a:endParaRPr lang="pt-PT" altLang="en-US" sz="3600" b="1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60198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en-US" altLang="pt-PT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que s</a:t>
            </a:r>
            <a:r>
              <a:rPr lang="en-US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ã</a:t>
            </a:r>
            <a:r>
              <a:rPr lang="en-US" altLang="pt-PT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os m</a:t>
            </a:r>
            <a:r>
              <a:rPr lang="en-US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ó</a:t>
            </a:r>
            <a:r>
              <a:rPr lang="en-US" altLang="pt-PT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dulos em JavaScript?</a:t>
            </a:r>
            <a:endParaRPr lang="en-US" altLang="pt-PT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805305"/>
            <a:ext cx="11563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As aplicações podem tornar-se gigantes. </a:t>
            </a: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Dividir código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 em ficheiros pode ser o caminho.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94703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Um módulo é um ficheiro que pode conter várias estruturas “exportáveis”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408876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um </a:t>
            </a: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conceito recente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 no JavaScript, porque os scripts antigos eram pequenos.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70840" y="523049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Com o crescimento do código, foram criadas bibliotecas para carregar módulos.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563245"/>
            <a:ext cx="115519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sistema de carregamento de módulos aparece com o </a:t>
            </a:r>
            <a:r>
              <a:rPr lang="en-US" altLang="pt-PT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ES6 (ECMAScript 2015)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61734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Atualmente é suportado pela maioria dos browsers e pelo NodeJS.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671445"/>
            <a:ext cx="116370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módulo é, portanto, um ficheiro / script de JS.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70840" y="372554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São usadas diretivas - </a:t>
            </a: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export 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e </a:t>
            </a: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import 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- para ”partilhar” funcionalidade entre módulos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477964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export 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- para tornar acessíveis ao exterior estruturas do módulo.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370840" y="583374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import 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- para importar funcionalidades de um módulo para o interior de um script.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8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370840" y="310642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buNone/>
            </a:pPr>
            <a:r>
              <a:rPr lang="pt-PT" altLang="en-US" sz="36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Vamos ver na prática como funciona.</a:t>
            </a:r>
            <a:endParaRPr lang="pt-PT" altLang="en-US" sz="36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WPS Presentation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Titillium Web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João Ribeiro</cp:lastModifiedBy>
  <cp:revision>15</cp:revision>
  <dcterms:created xsi:type="dcterms:W3CDTF">2025-04-05T17:54:00Z</dcterms:created>
  <dcterms:modified xsi:type="dcterms:W3CDTF">2025-05-17T23:56:54Z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2070-12.2.0.21179</vt:lpwstr>
  </property>
  <property fmtid="{D5CDD505-2E9C-101B-9397-08002B2CF9AE}" pid="3" name="ICV">
    <vt:lpwstr>2CA34A7B60894553ADC404267E4DEA31_13</vt:lpwstr>
  </property>
</Properties>
</file>