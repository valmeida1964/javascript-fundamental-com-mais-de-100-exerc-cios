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3"/>
    <p:sldId id="257" r:id="rId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EA30"/>
    <a:srgbClr val="5A7F9C"/>
    <a:srgbClr val="314555"/>
    <a:srgbClr val="E337D9"/>
    <a:srgbClr val="ABBFCE"/>
    <a:srgbClr val="587A94"/>
    <a:srgbClr val="B2B2B2"/>
    <a:srgbClr val="202020"/>
    <a:srgbClr val="323232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55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2990" y="2889885"/>
            <a:ext cx="1080000" cy="1080000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3539490" y="2889885"/>
            <a:ext cx="54000" cy="1080135"/>
          </a:xfrm>
          <a:prstGeom prst="rect">
            <a:avLst/>
          </a:prstGeom>
          <a:solidFill>
            <a:srgbClr val="587A9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PT" altLang="en-US"/>
          </a:p>
        </p:txBody>
      </p:sp>
      <p:sp>
        <p:nvSpPr>
          <p:cNvPr id="8" name="Caixa de Texto 7"/>
          <p:cNvSpPr txBox="1"/>
          <p:nvPr/>
        </p:nvSpPr>
        <p:spPr>
          <a:xfrm>
            <a:off x="3717290" y="2889885"/>
            <a:ext cx="7160260" cy="1079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>
              <a:lnSpc>
                <a:spcPct val="100000"/>
              </a:lnSpc>
            </a:pPr>
            <a:r>
              <a:rPr lang="pt-PT" altLang="en-US" sz="3600" b="1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</a:rPr>
              <a:t>Módulos: Algumas curiosidades</a:t>
            </a:r>
            <a:endParaRPr lang="pt-PT" altLang="en-US" sz="3600" b="1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2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5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370840" y="601980"/>
            <a:ext cx="112699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pt-PT" altLang="en-US" sz="3600" b="1">
                <a:solidFill>
                  <a:srgbClr val="FDEA30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Os módulos são suportados por browsers modernos</a:t>
            </a:r>
            <a:endParaRPr lang="pt-PT" altLang="en-US" sz="3600" b="1">
              <a:solidFill>
                <a:srgbClr val="FDEA30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5" name="Caixa de Texto 4"/>
          <p:cNvSpPr txBox="1"/>
          <p:nvPr/>
        </p:nvSpPr>
        <p:spPr>
          <a:xfrm>
            <a:off x="370840" y="1805305"/>
            <a:ext cx="1156335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Antes desse suporte, eram usadas bibliotecas como CommonJS, RequireJS, webpack e Babel, entre outras.</a:t>
            </a:r>
            <a:endParaRPr lang="pt-PT" altLang="en-US" sz="2400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6" name="Caixa de Texto 5"/>
          <p:cNvSpPr txBox="1"/>
          <p:nvPr/>
        </p:nvSpPr>
        <p:spPr>
          <a:xfrm>
            <a:off x="370840" y="2947035"/>
            <a:ext cx="112699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O NodeJS já possui essa capacidade de utilização de módulos há muito tempo.</a:t>
            </a:r>
            <a:endParaRPr lang="pt-PT" altLang="en-US" sz="2400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8" name="Caixa de Texto 7"/>
          <p:cNvSpPr txBox="1"/>
          <p:nvPr/>
        </p:nvSpPr>
        <p:spPr>
          <a:xfrm>
            <a:off x="370840" y="4088765"/>
            <a:ext cx="112699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Além de ficheiros .js, podem ser usados ficheiros .mjs (V8)</a:t>
            </a:r>
            <a:endParaRPr lang="pt-PT" altLang="en-US" sz="2400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</Words>
  <Application>WPS Presentation</Application>
  <PresentationFormat>宽屏</PresentationFormat>
  <Paragraphs>10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SimSun</vt:lpstr>
      <vt:lpstr>Wingdings</vt:lpstr>
      <vt:lpstr>Calibri Light</vt:lpstr>
      <vt:lpstr>Titillium Web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jldri</dc:creator>
  <cp:lastModifiedBy>João Ribeiro</cp:lastModifiedBy>
  <cp:revision>17</cp:revision>
  <dcterms:created xsi:type="dcterms:W3CDTF">2025-04-05T17:54:00Z</dcterms:created>
  <dcterms:modified xsi:type="dcterms:W3CDTF">2025-05-30T15:55:29Z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2070-12.2.0.21179</vt:lpwstr>
  </property>
  <property fmtid="{D5CDD505-2E9C-101B-9397-08002B2CF9AE}" pid="3" name="ICV">
    <vt:lpwstr>2CA34A7B60894553ADC404267E4DEA31_13</vt:lpwstr>
  </property>
</Properties>
</file>