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60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30"/>
    <a:srgbClr val="5A7F9C"/>
    <a:srgbClr val="314555"/>
    <a:srgbClr val="E337D9"/>
    <a:srgbClr val="ABBFCE"/>
    <a:srgbClr val="587A94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2889885"/>
            <a:ext cx="1080000" cy="10800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539490" y="2889885"/>
            <a:ext cx="54000" cy="1080135"/>
          </a:xfrm>
          <a:prstGeom prst="rect">
            <a:avLst/>
          </a:prstGeom>
          <a:solidFill>
            <a:srgbClr val="58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3717290" y="2889885"/>
            <a:ext cx="7160260" cy="1079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</a:rPr>
              <a:t>Introdução ao BOM</a:t>
            </a:r>
            <a:endParaRPr lang="pt-PT" altLang="en-US" sz="3600" b="1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70840" y="601980"/>
            <a:ext cx="11269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 que é o BOM?</a:t>
            </a:r>
            <a:endParaRPr lang="pt-PT" altLang="en-US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370840" y="180530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B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rowser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 </a:t>
            </a:r>
            <a:r>
              <a:rPr lang="pt-PT" altLang="en-US" sz="2400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bject </a:t>
            </a:r>
            <a:r>
              <a:rPr lang="pt-PT" altLang="en-US" sz="2400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M</a:t>
            </a: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odel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70840" y="294703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É um conjunto de objetos fornecidos pelos navegadores (browsers)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370840" y="408876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Permitem interagir com o próprio navegador.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370840" y="5230495"/>
            <a:ext cx="1126998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Acesso a objetos tais como: window, history, location, navigator, screen, local storage, entre muitos outros. 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Caixa de Texto 3"/>
          <p:cNvSpPr txBox="1"/>
          <p:nvPr/>
        </p:nvSpPr>
        <p:spPr>
          <a:xfrm>
            <a:off x="370840" y="601980"/>
            <a:ext cx="112699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Que aspetos e funcionalidades vamos abordar</a:t>
            </a:r>
            <a:endParaRPr lang="pt-PT" altLang="en-US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5" name="Caixa de Texto 4"/>
          <p:cNvSpPr txBox="1"/>
          <p:nvPr/>
        </p:nvSpPr>
        <p:spPr>
          <a:xfrm>
            <a:off x="370840" y="180530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Window - propriedades, métodos e manipulação de janelas/telas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6" name="Caixa de Texto 5"/>
          <p:cNvSpPr txBox="1"/>
          <p:nvPr/>
        </p:nvSpPr>
        <p:spPr>
          <a:xfrm>
            <a:off x="370840" y="248729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Location - URLs, propriedades, redirecionamento e carregamento de páginas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8" name="Caixa de Texto 7"/>
          <p:cNvSpPr txBox="1"/>
          <p:nvPr/>
        </p:nvSpPr>
        <p:spPr>
          <a:xfrm>
            <a:off x="370840" y="316928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History - Interação com o histórico de navegação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9" name="Caixa de Texto 8"/>
          <p:cNvSpPr txBox="1"/>
          <p:nvPr/>
        </p:nvSpPr>
        <p:spPr>
          <a:xfrm>
            <a:off x="370840" y="385127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Navigator - UserAgent, geolocation e outros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370840" y="453326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Screen - Dimensões de janelas/telas e informações para adaptação de layouts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370840" y="521525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Timers e Intervalos - setTimeout() e setInterval()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370840" y="5897245"/>
            <a:ext cx="112699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pt-PT" altLang="en-US" sz="24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Armazenamento - Local Storage e Session Storage</a:t>
            </a:r>
            <a:endParaRPr lang="pt-PT" altLang="en-US" sz="24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2" grpId="0"/>
      <p:bldP spid="3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WPS Presentation</Application>
  <PresentationFormat>宽屏</PresentationFormat>
  <Paragraphs>28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Titillium Web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jldri</dc:creator>
  <cp:lastModifiedBy>João Ribeiro</cp:lastModifiedBy>
  <cp:revision>16</cp:revision>
  <dcterms:created xsi:type="dcterms:W3CDTF">2025-04-05T17:54:00Z</dcterms:created>
  <dcterms:modified xsi:type="dcterms:W3CDTF">2025-05-24T16:04:56Z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2070-12.2.0.21179</vt:lpwstr>
  </property>
  <property fmtid="{D5CDD505-2E9C-101B-9397-08002B2CF9AE}" pid="3" name="ICV">
    <vt:lpwstr>A818682B1ABF4BE3BD6CC7CECFCC0760_13</vt:lpwstr>
  </property>
</Properties>
</file>