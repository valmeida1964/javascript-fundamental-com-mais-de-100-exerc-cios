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60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A30"/>
    <a:srgbClr val="5A7F9C"/>
    <a:srgbClr val="314555"/>
    <a:srgbClr val="E337D9"/>
    <a:srgbClr val="ABBFCE"/>
    <a:srgbClr val="587A94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2889885"/>
            <a:ext cx="1080000" cy="108000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539490" y="2889885"/>
            <a:ext cx="54000" cy="1080135"/>
          </a:xfrm>
          <a:prstGeom prst="rect">
            <a:avLst/>
          </a:prstGeom>
          <a:solidFill>
            <a:srgbClr val="587A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3717290" y="2889885"/>
            <a:ext cx="7160260" cy="1079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pt-PT" altLang="en-US" sz="3600" b="1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</a:rPr>
              <a:t>JSON e Fetch API </a:t>
            </a:r>
            <a:endParaRPr lang="pt-PT" altLang="en-US" sz="3600" b="1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370840" y="601980"/>
            <a:ext cx="112699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JSON</a:t>
            </a:r>
            <a:endParaRPr lang="pt-PT" altLang="en-US" sz="36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370840" y="1504950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JavaScript Object Notation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370840" y="2307590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É um formato de texto </a:t>
            </a:r>
            <a:r>
              <a:rPr lang="pt-PT" altLang="en-US" sz="2400" i="1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standard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 para representação estruturada de dados.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370840" y="3110230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É baseado na estrutura de objetos do JavaScript.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370840" y="3912870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Todas as linguagens de programação modernas têm capacidade de interpretar JSON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370840" y="4715510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É muito utilizado na web para transmitir dados numa aplicação web.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370840" y="5518150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É a estrutura de dados mais usada para operar com APIs.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370840" y="601980"/>
            <a:ext cx="112699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 que é a Fetch API</a:t>
            </a:r>
            <a:endParaRPr lang="pt-PT" altLang="en-US" sz="36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370840" y="180530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É um interface que permite efetuar </a:t>
            </a:r>
            <a:r>
              <a:rPr lang="pt-PT" altLang="en-US" sz="2400" i="1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requests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 a servidores.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370840" y="2741930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É um recurso que vem substituir outro mais antigo:  </a:t>
            </a:r>
            <a:r>
              <a:rPr lang="en-US" altLang="pt-PT" sz="2400">
                <a:solidFill>
                  <a:srgbClr val="FFFF0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XMLHttpRequest</a:t>
            </a:r>
            <a:endParaRPr lang="en-US" altLang="pt-PT" sz="2400">
              <a:solidFill>
                <a:srgbClr val="FFFF0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370840" y="367855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Facilita muito a inclusão de requests assíncronos, uma vez que devolve </a:t>
            </a:r>
            <a:r>
              <a:rPr lang="pt-PT" altLang="en-US" sz="2400" i="1">
                <a:solidFill>
                  <a:srgbClr val="FFFF0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promises</a:t>
            </a:r>
            <a:endParaRPr lang="pt-PT" altLang="en-US" sz="2400" i="1">
              <a:solidFill>
                <a:srgbClr val="FFFF0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370840" y="4615180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 método </a:t>
            </a:r>
            <a:r>
              <a:rPr lang="pt-PT" altLang="en-US" sz="2400">
                <a:solidFill>
                  <a:srgbClr val="FFFF0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fetch() 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permite executar essas operações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370840" y="555180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Vamos entender como funciona a Fetch API para fazer pedidos e tratar as respostas.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WPS Presentation</Application>
  <PresentationFormat>宽屏</PresentationFormat>
  <Paragraphs>28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Titillium Web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jldri</dc:creator>
  <cp:lastModifiedBy>jldri</cp:lastModifiedBy>
  <cp:revision>17</cp:revision>
  <dcterms:created xsi:type="dcterms:W3CDTF">2025-04-05T17:54:00Z</dcterms:created>
  <dcterms:modified xsi:type="dcterms:W3CDTF">2025-05-29T18:06:14Z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2070-12.2.0.21179</vt:lpwstr>
  </property>
  <property fmtid="{D5CDD505-2E9C-101B-9397-08002B2CF9AE}" pid="3" name="ICV">
    <vt:lpwstr>0CDBDBC79E184951AC4724D09753BB92_13</vt:lpwstr>
  </property>
</Properties>
</file>